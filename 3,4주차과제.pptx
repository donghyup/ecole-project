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3,4</a:t>
            </a:r>
            <a:r>
              <a:rPr lang="ko-KR" altLang="en-US"/>
              <a:t>주차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2021563001</a:t>
            </a:r>
            <a:r>
              <a:rPr lang="ko-KR" altLang="en-US"/>
              <a:t> 강동협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701600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12101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</ep:Words>
  <ep:PresentationFormat>화면 슬라이드 쇼(4:3)</ep:PresentationFormat>
  <ep:Paragraphs>4</ep:Paragraphs>
  <ep:Slides>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한컴오피스</vt:lpstr>
      <vt:lpstr>3,4주차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2025-12-19T06:28:42.844</dcterms:created>
  <dc:creator>byd13</dc:creator>
  <cp:lastModifiedBy>byd13</cp:lastModifiedBy>
  <dcterms:modified xsi:type="dcterms:W3CDTF">2025-12-19T06:29:20.619</dcterms:modified>
  <cp:revision>1</cp:revision>
  <dc:title>3,4주차</dc:title>
  <cp:version>12.0.0.4204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