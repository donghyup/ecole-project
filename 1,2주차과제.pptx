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73" r:id="rId6"/>
    <p:sldId id="259" r:id="rId7"/>
    <p:sldId id="260" r:id="rId8"/>
    <p:sldId id="274" r:id="rId9"/>
    <p:sldId id="267" r:id="rId10"/>
    <p:sldId id="275" r:id="rId11"/>
    <p:sldId id="268" r:id="rId12"/>
    <p:sldId id="276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58" d="100"/>
          <a:sy n="58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470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54498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401" y="2693987"/>
            <a:ext cx="10363198" cy="1470025"/>
          </a:xfrm>
        </p:spPr>
        <p:txBody>
          <a:bodyPr/>
          <a:p>
            <a:pPr lvl="0">
              <a:defRPr/>
            </a:pPr>
            <a:r>
              <a:rPr lang="ko-KR" altLang="en-US"/>
              <a:t>알고리즘 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962401" y="3992562"/>
            <a:ext cx="4267201" cy="371702"/>
          </a:xfrm>
        </p:spPr>
        <p:txBody>
          <a:bodyPr/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2021563001</a:t>
            </a:r>
            <a:r>
              <a:rPr lang="ko-KR" altLang="en-US" sz="1600">
                <a:solidFill>
                  <a:schemeClr val="tx1"/>
                </a:solidFill>
              </a:rPr>
              <a:t> 강동협</a:t>
            </a:r>
            <a:endParaRPr lang="ko-KR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0290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/>
              <a:t>수 정렬하기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BOJ2750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99546" y="1713518"/>
            <a:ext cx="9192907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341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코드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892" y="1819784"/>
            <a:ext cx="3486636" cy="40867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80443" y="1819784"/>
            <a:ext cx="4192963" cy="410601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6063" y="1819784"/>
            <a:ext cx="3850661" cy="413188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32892" y="1234848"/>
            <a:ext cx="11663833" cy="3634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                     </a:t>
            </a:r>
            <a:r>
              <a:rPr lang="en-US" altLang="ko-KR"/>
              <a:t>      C++                                                                     JAVA                                                                   Python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633903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100"/>
              <a:t>학습 목표 </a:t>
            </a:r>
            <a:r>
              <a:rPr lang="en-US" altLang="ko-KR" sz="2100"/>
              <a:t>:</a:t>
            </a:r>
            <a:r>
              <a:rPr lang="ko-KR" altLang="en-US" sz="2100"/>
              <a:t> 기본 정렬 알고리즘의 이해</a:t>
            </a:r>
            <a:r>
              <a:rPr lang="en-US" altLang="ko-KR" sz="2100"/>
              <a:t>,</a:t>
            </a:r>
            <a:r>
              <a:rPr lang="ko-KR" altLang="en-US" sz="2100"/>
              <a:t> 라이브러리 정렬 함수의 활용</a:t>
            </a:r>
            <a:endParaRPr lang="ko-KR" altLang="en-US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알고리즘 </a:t>
            </a:r>
            <a:r>
              <a:rPr lang="en-US" altLang="ko-KR" sz="2100"/>
              <a:t>:</a:t>
            </a:r>
            <a:r>
              <a:rPr lang="ko-KR" altLang="en-US" sz="2100"/>
              <a:t> 선택 정렬</a:t>
            </a:r>
            <a:r>
              <a:rPr lang="en-US" altLang="ko-KR" sz="2100"/>
              <a:t>,</a:t>
            </a:r>
            <a:r>
              <a:rPr lang="ko-KR" altLang="en-US" sz="2100"/>
              <a:t> 삽입 정렬</a:t>
            </a:r>
            <a:r>
              <a:rPr lang="en-US" altLang="ko-KR" sz="2100"/>
              <a:t>,</a:t>
            </a:r>
            <a:r>
              <a:rPr lang="ko-KR" altLang="en-US" sz="2100"/>
              <a:t> 버블 정렬</a:t>
            </a:r>
            <a:endParaRPr lang="ko-KR" altLang="en-US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시간복잡도 </a:t>
            </a:r>
            <a:r>
              <a:rPr lang="en-US" altLang="ko-KR" sz="2100"/>
              <a:t>:</a:t>
            </a:r>
            <a:r>
              <a:rPr lang="ko-KR" altLang="en-US" sz="2100"/>
              <a:t> O(N²)</a:t>
            </a:r>
            <a:r>
              <a:rPr lang="en-US" altLang="ko-KR" sz="2100"/>
              <a:t>,</a:t>
            </a:r>
            <a:r>
              <a:rPr lang="ko-KR" altLang="en-US" sz="2100"/>
              <a:t> O(N log N)</a:t>
            </a:r>
            <a:endParaRPr lang="ko-KR" altLang="en-US" sz="2100"/>
          </a:p>
        </p:txBody>
      </p:sp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분석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98376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/>
              <a:t>숫자의 합 구하기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BOJ11720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09629" y="1595210"/>
            <a:ext cx="5572741" cy="45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46928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코드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232892" y="1234848"/>
            <a:ext cx="11663833" cy="363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                     </a:t>
            </a:r>
            <a:r>
              <a:rPr lang="en-US" altLang="ko-KR"/>
              <a:t>      C++                                                                 JAVA                                                                        Python</a:t>
            </a:r>
            <a:endParaRPr lang="en-US" altLang="ko-KR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17541" y="1563582"/>
            <a:ext cx="4082659" cy="484550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8063" y="1563582"/>
            <a:ext cx="4020111" cy="411537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6724" y="1604755"/>
            <a:ext cx="2819793" cy="47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7079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분석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100"/>
              <a:t>학습 목표 </a:t>
            </a:r>
            <a:r>
              <a:rPr lang="en-US" altLang="ko-KR" sz="2100"/>
              <a:t>:</a:t>
            </a:r>
            <a:r>
              <a:rPr lang="ko-KR" altLang="en-US" sz="2100"/>
              <a:t> 기본적인 입출력 처리와 문자열 조작 능력을 확인하는 문제</a:t>
            </a:r>
            <a:endParaRPr lang="ko-KR" altLang="en-US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알고리즘 </a:t>
            </a:r>
            <a:r>
              <a:rPr lang="en-US" altLang="ko-KR" sz="2100"/>
              <a:t>:</a:t>
            </a:r>
            <a:r>
              <a:rPr lang="ko-KR" altLang="en-US" sz="2100"/>
              <a:t> </a:t>
            </a:r>
            <a:r>
              <a:rPr lang="en-US" altLang="ko-KR" sz="2100"/>
              <a:t>X</a:t>
            </a:r>
            <a:endParaRPr lang="en-US" altLang="ko-KR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시간복잡도 </a:t>
            </a:r>
            <a:r>
              <a:rPr lang="en-US" altLang="ko-KR" sz="2100"/>
              <a:t>: O(N)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211055818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/>
              <a:t>최솟값 찾기</a:t>
            </a:r>
            <a:r>
              <a:rPr lang="en-US" altLang="ko-KR"/>
              <a:t> - BOJ11003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09072" y="1824429"/>
            <a:ext cx="9173855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8072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1649" y="1021905"/>
            <a:ext cx="8248703" cy="481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56857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코드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232892" y="1234848"/>
            <a:ext cx="11663833" cy="363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                   </a:t>
            </a:r>
            <a:r>
              <a:rPr lang="en-US" altLang="ko-KR"/>
              <a:t>         C++                                                                       JAVA                                                                    Python</a:t>
            </a: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0016" y="1598295"/>
            <a:ext cx="3769669" cy="380617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39967" y="1639660"/>
            <a:ext cx="4355371" cy="357867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87962" y="1639660"/>
            <a:ext cx="3699262" cy="29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2376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분석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100"/>
              <a:t>학습 목표 </a:t>
            </a:r>
            <a:r>
              <a:rPr lang="en-US" altLang="ko-KR" sz="2100"/>
              <a:t>:</a:t>
            </a:r>
            <a:r>
              <a:rPr lang="ko-KR" altLang="en-US" sz="2100"/>
              <a:t> 슬라이딩 윈도우(Sliding Window) 기법과 덱(Deque) 자료구조를 조합하여 문제</a:t>
            </a:r>
            <a:endParaRPr lang="ko-KR" altLang="en-US" sz="2100"/>
          </a:p>
          <a:p>
            <a:pPr marL="0" lvl="0" indent="0">
              <a:buNone/>
              <a:defRPr/>
            </a:pPr>
            <a:r>
              <a:rPr lang="en-US" altLang="ko-KR" sz="2100"/>
              <a:t>                            </a:t>
            </a:r>
            <a:r>
              <a:rPr lang="ko-KR" altLang="en-US" sz="2100"/>
              <a:t>를 효율적으로 해결하는 방법</a:t>
            </a:r>
            <a:endParaRPr lang="ko-KR" altLang="en-US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알고리즘 </a:t>
            </a:r>
            <a:r>
              <a:rPr lang="en-US" altLang="ko-KR" sz="2100"/>
              <a:t>:</a:t>
            </a:r>
            <a:r>
              <a:rPr lang="ko-KR" altLang="en-US" sz="2100"/>
              <a:t> 슬라이딩 윈도우</a:t>
            </a:r>
            <a:r>
              <a:rPr lang="en-US" altLang="ko-KR" sz="2100"/>
              <a:t>,</a:t>
            </a:r>
            <a:r>
              <a:rPr lang="ko-KR" altLang="en-US" sz="2100"/>
              <a:t> </a:t>
            </a:r>
            <a:r>
              <a:rPr lang="en-US" altLang="ko-KR" sz="2100"/>
              <a:t>Deque</a:t>
            </a:r>
            <a:endParaRPr lang="en-US" altLang="ko-KR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시간복잡도 </a:t>
            </a:r>
            <a:r>
              <a:rPr lang="en-US" altLang="ko-KR" sz="2100"/>
              <a:t>:</a:t>
            </a:r>
            <a:r>
              <a:rPr lang="ko-KR" altLang="en-US" sz="2100"/>
              <a:t> </a:t>
            </a:r>
            <a:r>
              <a:rPr lang="en-US" altLang="ko-KR" sz="2100"/>
              <a:t>O(N)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304006148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/>
              <a:t>스택 수열</a:t>
            </a:r>
            <a:r>
              <a:rPr lang="en-US" altLang="ko-KR" b="1"/>
              <a:t> - </a:t>
            </a:r>
            <a:r>
              <a:rPr lang="en-US" altLang="ko-KR"/>
              <a:t>BOJ1874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76951" y="1417638"/>
            <a:ext cx="6238098" cy="51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12241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코드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232892" y="1234848"/>
            <a:ext cx="11663833" cy="363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                     </a:t>
            </a:r>
            <a:r>
              <a:rPr lang="en-US" altLang="ko-KR"/>
              <a:t>      C++                                                                     JAVA                                                                     Python</a:t>
            </a: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399" y="1541145"/>
            <a:ext cx="2741592" cy="506185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4465" y="1541145"/>
            <a:ext cx="3634758" cy="45175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02909" y="1598295"/>
            <a:ext cx="2743444" cy="500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6171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99</ep:Words>
  <ep:PresentationFormat>화면 슬라이드 쇼(4:3)</ep:PresentationFormat>
  <ep:Paragraphs>33</ep:Paragraphs>
  <ep:Slides>13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한컴오피스</vt:lpstr>
      <vt:lpstr>알고리즘</vt:lpstr>
      <vt:lpstr>수 정렬하기 - BOJ2750</vt:lpstr>
      <vt:lpstr>코드</vt:lpstr>
      <vt:lpstr>분석</vt:lpstr>
      <vt:lpstr>숫자의 합 구하기 - BOJ11720</vt:lpstr>
      <vt:lpstr>코드</vt:lpstr>
      <vt:lpstr>분석</vt:lpstr>
      <vt:lpstr>최솟값 찾기 - BOJ11003</vt:lpstr>
      <vt:lpstr>슬라이드 9</vt:lpstr>
      <vt:lpstr>코드</vt:lpstr>
      <vt:lpstr>분석</vt:lpstr>
      <vt:lpstr>스택 수열 - BOJ1874</vt:lpstr>
      <vt:lpstr>코드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2025-09-05T18:58:05.791</dcterms:created>
  <dc:creator>byd13</dc:creator>
  <cp:lastModifiedBy>byd13</cp:lastModifiedBy>
  <dcterms:modified xsi:type="dcterms:W3CDTF">2025-09-05T20:42:30.428</dcterms:modified>
  <cp:revision>28</cp:revision>
  <dc:title>에꼴 코테 발표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